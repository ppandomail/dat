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68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298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187" y="1655713"/>
            <a:ext cx="558762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Aft>
                <a:spcPts val="12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Evaluación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3041809" y="2303413"/>
            <a:ext cx="3060383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67"/>
              </a:lnSpc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Binaria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778187" y="2946797"/>
            <a:ext cx="55876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Titanic Survival Prediction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778187" y="3262908"/>
            <a:ext cx="55876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del Oeste (UNO)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4284" y="1040160"/>
            <a:ext cx="45954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evaluar modelos?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611660"/>
            <a:ext cx="8001000" cy="1222921"/>
          </a:xfrm>
          <a:prstGeom prst="roundRect">
            <a:avLst>
              <a:gd name="adj" fmla="val 6231"/>
            </a:avLst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4093" y="2157662"/>
            <a:ext cx="76558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Necesitamos cuantificar desempeño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3025080"/>
            <a:ext cx="8001000" cy="716161"/>
          </a:xfrm>
          <a:prstGeom prst="roundRect">
            <a:avLst>
              <a:gd name="adj" fmla="val 7980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369" y="3196530"/>
            <a:ext cx="781126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</a:t>
            </a: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garantiza utilidad. </a:t>
            </a:r>
            <a:r>
              <a:rPr lang="en-US" sz="1050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</a:t>
            </a: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algoritmos requiere métricas objetivas. </a:t>
            </a:r>
            <a:r>
              <a:rPr lang="en-US" sz="1050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</a:t>
            </a: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hiperparámetros exige función objetivo clara.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1490" y="3931741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- UNO 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0157A0-5DC8-2900-AF08-5EB6FF850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887"/>
            <a:ext cx="9144000" cy="493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6887" y="88017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(Exactitud)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451670"/>
            <a:ext cx="8001000" cy="1542901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4093" y="1737420"/>
            <a:ext cx="76558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Proporción de predicciones correctas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9150" y="2084040"/>
            <a:ext cx="7505700" cy="662880"/>
          </a:xfrm>
          <a:prstGeom prst="roundRect">
            <a:avLst>
              <a:gd name="adj" fmla="val 8621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8972" y="2255490"/>
            <a:ext cx="73060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(TP + TN) / Total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3185071"/>
            <a:ext cx="8001000" cy="716161"/>
          </a:xfrm>
          <a:prstGeom prst="roundRect">
            <a:avLst>
              <a:gd name="adj" fmla="val 7980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6369" y="3356521"/>
            <a:ext cx="781126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en-US" sz="1050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</a:t>
            </a: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Engañoso con clases desbalanceadas. Ejemplo Titanic: modelo que siempre predice 'murió' = 62% accuracy sin aprender nada.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1490" y="4091732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Titanic: 62% murieron vs 38% sobrevivieron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19185" y="973485"/>
            <a:ext cx="39056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(Precisión)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52177" y="1544985"/>
            <a:ext cx="7639645" cy="1542901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28384" y="1830735"/>
            <a:ext cx="72872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que predije positivos, ¿cuántos acerté?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9827" y="2177355"/>
            <a:ext cx="7144345" cy="662880"/>
          </a:xfrm>
          <a:prstGeom prst="roundRect">
            <a:avLst>
              <a:gd name="adj" fmla="val 8621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03263" y="2348805"/>
            <a:ext cx="69374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/ (TP + FP)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2177" y="3278386"/>
            <a:ext cx="7639645" cy="529530"/>
          </a:xfrm>
          <a:prstGeom prst="roundRect">
            <a:avLst>
              <a:gd name="adj" fmla="val 10793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0660" y="3449836"/>
            <a:ext cx="74426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precision = pocas falsas alarmas. </a:t>
            </a:r>
            <a:r>
              <a:rPr lang="en-US" sz="1050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cuando:</a:t>
            </a: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Falsos positivos son costosos (spam, inversiones, recomendaciones).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5781" y="3998416"/>
            <a:ext cx="77924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en predicciones positivas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5600" y="973485"/>
            <a:ext cx="40125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/ Sensitivity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8146" y="1544985"/>
            <a:ext cx="7847558" cy="1542901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2274" y="1830735"/>
            <a:ext cx="74993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positivos reales, ¿cuántos detecté?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95796" y="2177355"/>
            <a:ext cx="7352258" cy="662880"/>
          </a:xfrm>
          <a:prstGeom prst="roundRect">
            <a:avLst>
              <a:gd name="adj" fmla="val 8621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97153" y="2348805"/>
            <a:ext cx="71495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/ (TP + FN)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8146" y="3278386"/>
            <a:ext cx="7847558" cy="529530"/>
          </a:xfrm>
          <a:prstGeom prst="roundRect">
            <a:avLst>
              <a:gd name="adj" fmla="val 10793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4550" y="3449836"/>
            <a:ext cx="7654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recall = capturo mayoría de positivos. </a:t>
            </a:r>
            <a:r>
              <a:rPr lang="en-US" sz="1050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cuando:</a:t>
            </a: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Falsos negativos son costosos (medicina, fraude, búsqueda/rescate).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9671" y="3998416"/>
            <a:ext cx="80045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 a detectar positivos reales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6887" y="88017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451670"/>
            <a:ext cx="8001000" cy="1542901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4093" y="1737420"/>
            <a:ext cx="76558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entre Precision y Recall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9150" y="2084040"/>
            <a:ext cx="7505700" cy="662880"/>
          </a:xfrm>
          <a:prstGeom prst="roundRect">
            <a:avLst>
              <a:gd name="adj" fmla="val 8621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8972" y="2255490"/>
            <a:ext cx="73060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(P × R) / (P + R)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3185071"/>
            <a:ext cx="8001000" cy="716161"/>
          </a:xfrm>
          <a:prstGeom prst="roundRect">
            <a:avLst>
              <a:gd name="adj" fmla="val 7980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6369" y="3356521"/>
            <a:ext cx="781126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armónica que penaliza desequilibrios. </a:t>
            </a:r>
            <a:r>
              <a:rPr lang="en-US" sz="1050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cuando:</a:t>
            </a: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Ambos errores son igualmente importantes. Métrica única para comparar modelos.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1490" y="4091732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∈ [0,1] - Mayor valor = mejor balance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0586" y="880170"/>
            <a:ext cx="43428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 (Especificidad)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451670"/>
            <a:ext cx="8001000" cy="1542901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4093" y="1737420"/>
            <a:ext cx="76558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negativos reales, ¿cuántos identifiqué?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9150" y="2084040"/>
            <a:ext cx="7505700" cy="662880"/>
          </a:xfrm>
          <a:prstGeom prst="roundRect">
            <a:avLst>
              <a:gd name="adj" fmla="val 8621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8972" y="2255490"/>
            <a:ext cx="73060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 / (TN + FP)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3185071"/>
            <a:ext cx="8001000" cy="716161"/>
          </a:xfrm>
          <a:prstGeom prst="roundRect">
            <a:avLst>
              <a:gd name="adj" fmla="val 7980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6369" y="3356521"/>
            <a:ext cx="781126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 del Recall.</a:t>
            </a: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Sensitivity detecta positivos, Specificity detecta negativos. </a:t>
            </a:r>
            <a:r>
              <a:rPr lang="en-US" sz="1050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cuando:</a:t>
            </a:r>
            <a:r>
              <a:rPr lang="en-US" sz="10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Evitar falsas alarmas (tests médicos, control calidad).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1490" y="4091732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 Recall centrándose en negativos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58FC69-517B-3A0A-7516-D4A6BFE46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76" y="0"/>
            <a:ext cx="813984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553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300</Words>
  <Application>Microsoft Office PowerPoint</Application>
  <PresentationFormat>On-screen Show (16:9)</PresentationFormat>
  <Paragraphs>40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Métricas de Evaluación para Clasificación Binaria</dc:title>
  <dc:subject>Machine Learning - Dataset Titanic</dc:subject>
  <dc:creator>Universidad Nacional del Oeste (UNO)</dc:creator>
  <cp:lastModifiedBy>FERNANDEZ Francisco</cp:lastModifiedBy>
  <cp:revision>2</cp:revision>
  <dcterms:created xsi:type="dcterms:W3CDTF">2025-11-22T09:45:59Z</dcterms:created>
  <dcterms:modified xsi:type="dcterms:W3CDTF">2025-11-22T09:56:17Z</dcterms:modified>
</cp:coreProperties>
</file>